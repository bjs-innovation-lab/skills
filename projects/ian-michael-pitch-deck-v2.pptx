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Michael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45720"/>
          </a:xfrm>
          <a:prstGeom prst="rect">
            <a:avLst/>
          </a:prstGeom>
          <a:solidFill>
            <a:srgbClr val="16A5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Travel, Powered by 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548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7315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8600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travel agent had their own AI assistant —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that actually understands the travel industry?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it happen.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 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rgbClr val="FFF5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  Travel agents are overwhelmed with repetitive tasks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76809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solutions exist, but they're generic and clunky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5F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Building custom AI requires technical skills agents don't have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76809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Enterprise solutions cost a fortune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5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fully-hosted AI platform built specifically for travel professionals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1097280"/>
          </a:xfrm>
          <a:prstGeom prst="rect">
            <a:avLst/>
          </a:prstGeom>
          <a:solidFill>
            <a:srgbClr val="E8F6F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coding, no servers, no headaches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840480" cy="1097280"/>
          </a:xfrm>
          <a:prstGeom prst="rect">
            <a:avLst/>
          </a:prstGeom>
          <a:solidFill>
            <a:srgbClr val="E8F6F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✈️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Travel-Native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travel experts, for travel experts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097280"/>
          </a:xfrm>
          <a:prstGeom prst="rect">
            <a:avLst/>
          </a:prstGeom>
          <a:solidFill>
            <a:srgbClr val="E8F6F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assistance for clients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3840480" cy="1097280"/>
          </a:xfrm>
          <a:prstGeom prst="rect">
            <a:avLst/>
          </a:prstGeom>
          <a:solidFill>
            <a:srgbClr val="E8F6F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your business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Team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 AI platform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Cloud infrastructure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24/7 operations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Continuous development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 &amp; compliance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Michael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Expertise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94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Deep travel industry knowledge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Pre-built travel skills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Sales &amp; relationships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Customer success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$25K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40080" cy="640080"/>
          </a:xfrm>
          <a:prstGeom prst="ellipse">
            <a:avLst/>
          </a:prstGeom>
          <a:solidFill>
            <a:srgbClr val="16A5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agent signs 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128016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deploy their AI assistant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1280160"/>
            <a:ext cx="640080" cy="640080"/>
          </a:xfrm>
          <a:prstGeom prst="ellipse">
            <a:avLst/>
          </a:prstGeom>
          <a:solidFill>
            <a:srgbClr val="F2CC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customizes for their style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1280160"/>
            <a:ext cx="640080" cy="640080"/>
          </a:xfrm>
          <a:prstGeom prst="ellipse">
            <a:avLst/>
          </a:prstGeom>
          <a:solidFill>
            <a:srgbClr val="16A5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clients 24/7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Result: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agents save hours every day.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get instant, expert responses.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wins.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Simple, Profitable Pricing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AI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travel 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3383280"/>
          </a:xfrm>
          <a:prstGeom prst="rect">
            <a:avLst/>
          </a:prstGeom>
          <a:solidFill>
            <a:srgbClr val="16A59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POPULAR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AI Agents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travel 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branding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AI Agents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skills + custom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Network™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Network™ = Your AI assistants can communicate and collaborate with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Let's Talk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~$500/mo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will choose Professional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FFF5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Year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ARR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~42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Flow: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VULKN covers platform costs + 15% margin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Company pays all marketing &amp; sales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Remaining profit splits 70/30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The Partnership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Equity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2286000" cy="2286000"/>
          </a:xfrm>
          <a:prstGeom prst="ellipse">
            <a:avLst/>
          </a:prstGeom>
          <a:solidFill>
            <a:srgbClr val="16A59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2286000" cy="2286000"/>
          </a:xfrm>
          <a:prstGeom prst="pie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Earn-Up Potential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can earn up to 40%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840480" cy="201168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ARR → +3%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ARR → +4%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 ARR → +3%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Vesting: 3 years with 12-month cliff  •  Investment: $25,000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Ready to Launch in 30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5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&amp; Form Company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+ Integration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with 5 Customers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E8F6F5"/>
          </a:solidFill>
          <a:ln w="12700">
            <a:solidFill>
              <a:srgbClr val="16A5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LAUNCH! 🎉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914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⏰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transforming every industry.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8F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agents who don't adapt will be left behind.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8F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just selling software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8F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helping travel professionals thrive.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isn't "if" — it's "how fast can we move?"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Deal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VULKN / 30% Ian (earn up to 40%)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years, 12-month cliff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 from 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 gets costs + 15%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Split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70/30 after all costs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/ $500 / $1,000 per month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E8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from signing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A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Do This! 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6400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21945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Let's talk through any questions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Sign the Letter of Intent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We launch in 30 days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bridget4g@gmail.com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VULKN + Ian Michael Partnership</dc:title>
  <dc:subject>PptxGenJS Presentation</dc:subject>
  <dc:creator>VULKN / BJS Labs</dc:creator>
  <cp:lastModifiedBy>VULKN / BJS Labs</cp:lastModifiedBy>
  <cp:revision>1</cp:revision>
  <dcterms:created xsi:type="dcterms:W3CDTF">2026-02-27T20:07:56Z</dcterms:created>
  <dcterms:modified xsi:type="dcterms:W3CDTF">2026-02-27T20:07:56Z</dcterms:modified>
</cp:coreProperties>
</file>