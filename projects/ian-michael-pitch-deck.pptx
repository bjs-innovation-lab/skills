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VULKN + Ian Michael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Travel Agent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Proposal —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Travel agents need AI but can't build it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Existing solutions are generic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Great skills exist but need a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hosted AI platform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Pre-built travel agent skills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technical setup required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Subscription = recurring revenue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Independent travel agents, small agencies, travel advisors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Each Bring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VULKN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Proven AI platform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Cloud infrastructure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Technical support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Ongoing development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Security &amp; compliance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29260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 Michael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Travel industry expertise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Skills &amp; workflows built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Sales &amp; BD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Customer relationships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$25K investment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Price/Month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agent, basic skills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agents, all skills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agents, custom skills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customer: ~$200/month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Revenue Flows: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VULKN receives platform costs + 15% margin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Company pays all marketing &amp; sales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Remaining profit split 70/30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70% VULKN / 30% Ian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Earn-Up: Ian can reach 40% by hitting milestones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Bonus Equity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 ARR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 ARR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 ARR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Vesting: 3 years with 12-month cliff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Launch in 1 Month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 agreement, form company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setup, integrate skills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 testing with 5 customers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🚀 PUBLIC LAUNCH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Equity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VULKN / 30% Ian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Earn-Up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40% at revenue milestones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Vesting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years, 12-month cliff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 from Ian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Fee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VULKN gets costs + 15%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Split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70/30 after all costs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month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Review this proposal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Discuss any questions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Sign Letter of Intent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Form company &amp; begin integration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Launch in 30 days 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bridget4g@gmail.com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VULKN + Ian Michael Partnership</dc:title>
  <dc:subject>AI-Powered Travel Agent Platform</dc:subject>
  <dc:creator>VULKN / BJS Labs</dc:creator>
  <cp:lastModifiedBy>VULKN / BJS Labs</cp:lastModifiedBy>
  <cp:revision>1</cp:revision>
  <dcterms:created xsi:type="dcterms:W3CDTF">2026-02-27T19:55:10Z</dcterms:created>
  <dcterms:modified xsi:type="dcterms:W3CDTF">2026-02-27T19:55:10Z</dcterms:modified>
</cp:coreProperties>
</file>